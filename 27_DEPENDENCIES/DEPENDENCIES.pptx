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0972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4000" b="1">
                <a:solidFill>
                  <a:srgbClr val="1A1A2E"/>
                </a:solidFill>
              </a:rPr>
              <a:t>Dependencies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411480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Anticloud FZ LLE | PAX L5 Narrow L2 General 27B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Upstream: https://github.com/IAEA-NDS/endf-parserpy (MIT)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Anticloud Core Dependencies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| Package | Version | License | Purpose |</a:t>
            </a:r>
          </a:p>
          <a:p>
            <a:r>
              <a:rPr sz="1400"/>
              <a:t>| --- | --- | --- | --- |</a:t>
            </a:r>
          </a:p>
          <a:p>
            <a:r>
              <a:rPr sz="1400"/>
              <a:t>| llama-cpp-python | &gt;=0.2.0 | MIT | PAX local inference |</a:t>
            </a:r>
          </a:p>
          <a:p>
            <a:r>
              <a:rPr sz="1400"/>
              <a:t>| cryptography | &gt;=41.0 | Apache 2.0 | AES-256 encryption |</a:t>
            </a:r>
          </a:p>
          <a:p>
            <a:r>
              <a:rPr sz="1400"/>
              <a:t>| huggingface_hub | &gt;=0.20 | Apache 2.0 | Model download |</a:t>
            </a:r>
          </a:p>
          <a:p>
            <a:r>
              <a:rPr sz="1400"/>
              <a:t>| numpy | &gt;=1.24 | BSD | Numerical computation |</a:t>
            </a:r>
          </a:p>
          <a:p>
            <a:r>
              <a:rPr sz="1400"/>
              <a:t>| requests | &gt;=2.31 | Apache 2.0 | HTTP client |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Upstream Dependencies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See upstream repository for full dependency list.</a:t>
            </a:r>
          </a:p>
          <a:p>
            <a:r>
              <a:rPr sz="1400"/>
              <a:t>All upstream dependencies verified MIT or Apache 2.0.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Pinned Versions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requirements-anticloud.txt generated at build time with exact version pins.</a:t>
            </a:r>
          </a:p>
          <a:p>
            <a:r>
              <a:rPr sz="1400"/>
              <a:t>No floating dependencies in production builds.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